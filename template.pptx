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79" r:id="rId6"/>
    <p:sldId id="280" r:id="rId7"/>
    <p:sldId id="281" r:id="rId8"/>
    <p:sldId id="282" r:id="rId9"/>
    <p:sldId id="283" r:id="rId10"/>
    <p:sldId id="261" r:id="rId11"/>
    <p:sldId id="273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Montserrat Bold" pitchFamily="2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 autoAdjust="0"/>
    <p:restoredTop sz="94645" autoAdjust="0"/>
  </p:normalViewPr>
  <p:slideViewPr>
    <p:cSldViewPr>
      <p:cViewPr varScale="1">
        <p:scale>
          <a:sx n="60" d="100"/>
          <a:sy n="60" d="100"/>
        </p:scale>
        <p:origin x="200" y="6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76741" y="5670213"/>
            <a:ext cx="10072534" cy="16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68"/>
              </a:lnSpc>
              <a:spcBef>
                <a:spcPct val="0"/>
              </a:spcBef>
            </a:pPr>
            <a:r>
              <a:rPr lang="en-US" sz="9905" dirty="0">
                <a:solidFill>
                  <a:srgbClr val="000000"/>
                </a:solidFill>
                <a:latin typeface="Montserrat Bold"/>
              </a:rPr>
              <a:t>Startup Name</a:t>
            </a:r>
          </a:p>
        </p:txBody>
      </p:sp>
      <p:sp>
        <p:nvSpPr>
          <p:cNvPr id="4" name="Freeform 4"/>
          <p:cNvSpPr/>
          <p:nvPr/>
        </p:nvSpPr>
        <p:spPr>
          <a:xfrm>
            <a:off x="9533659" y="2306835"/>
            <a:ext cx="4206036" cy="2270743"/>
          </a:xfrm>
          <a:custGeom>
            <a:avLst/>
            <a:gdLst/>
            <a:ahLst/>
            <a:cxnLst/>
            <a:rect l="l" t="t" r="r" b="b"/>
            <a:pathLst>
              <a:path w="4206036" h="2270743">
                <a:moveTo>
                  <a:pt x="0" y="0"/>
                </a:moveTo>
                <a:lnTo>
                  <a:pt x="4206037" y="0"/>
                </a:lnTo>
                <a:lnTo>
                  <a:pt x="4206037" y="2270743"/>
                </a:lnTo>
                <a:lnTo>
                  <a:pt x="0" y="2270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8780885" y="2131460"/>
            <a:ext cx="0" cy="2783538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122758" y="5891782"/>
            <a:ext cx="307965" cy="1335472"/>
          </a:xfrm>
          <a:custGeom>
            <a:avLst/>
            <a:gdLst/>
            <a:ahLst/>
            <a:cxnLst/>
            <a:rect l="l" t="t" r="r" b="b"/>
            <a:pathLst>
              <a:path w="307965" h="1335472">
                <a:moveTo>
                  <a:pt x="0" y="0"/>
                </a:moveTo>
                <a:lnTo>
                  <a:pt x="307965" y="0"/>
                </a:lnTo>
                <a:lnTo>
                  <a:pt x="307965" y="1335472"/>
                </a:lnTo>
                <a:lnTo>
                  <a:pt x="0" y="1335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E81E3-DF4B-BB8C-E6FD-19E352A9A733}"/>
              </a:ext>
            </a:extLst>
          </p:cNvPr>
          <p:cNvSpPr txBox="1"/>
          <p:nvPr/>
        </p:nvSpPr>
        <p:spPr>
          <a:xfrm>
            <a:off x="3962400" y="2306835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62388" y="3252643"/>
            <a:ext cx="4263287" cy="4187071"/>
            <a:chOff x="0" y="0"/>
            <a:chExt cx="1896010" cy="1065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6010" cy="1065871"/>
            </a:xfrm>
            <a:custGeom>
              <a:avLst/>
              <a:gdLst/>
              <a:ahLst/>
              <a:cxnLst/>
              <a:rect l="l" t="t" r="r" b="b"/>
              <a:pathLst>
                <a:path w="1896010" h="1065871">
                  <a:moveTo>
                    <a:pt x="0" y="0"/>
                  </a:moveTo>
                  <a:lnTo>
                    <a:pt x="1896010" y="0"/>
                  </a:lnTo>
                  <a:lnTo>
                    <a:pt x="1896010" y="1065871"/>
                  </a:lnTo>
                  <a:lnTo>
                    <a:pt x="0" y="1065871"/>
                  </a:lnTo>
                  <a:close/>
                </a:path>
              </a:pathLst>
            </a:custGeom>
            <a:solidFill>
              <a:srgbClr val="1C562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96010" cy="110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7544" y="930684"/>
            <a:ext cx="8186456" cy="12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u="none" strike="noStrike" dirty="0">
                <a:solidFill>
                  <a:srgbClr val="000000"/>
                </a:solidFill>
                <a:latin typeface="Montserrat Bold"/>
              </a:rPr>
              <a:t>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544" y="2748674"/>
            <a:ext cx="8000051" cy="83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dirty="0">
                <a:solidFill>
                  <a:srgbClr val="101010"/>
                </a:solidFill>
                <a:latin typeface="Montserrat"/>
              </a:rPr>
              <a:t>Brief of The Idea</a:t>
            </a:r>
          </a:p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101010"/>
              </a:solidFill>
              <a:latin typeface="Montserra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5732551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8" name="AutoShape 18"/>
          <p:cNvSpPr/>
          <p:nvPr/>
        </p:nvSpPr>
        <p:spPr>
          <a:xfrm rot="5292714">
            <a:off x="14783541" y="921372"/>
            <a:ext cx="1424544" cy="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2631B-685E-1564-F3C9-D1701C9F8DB6}"/>
              </a:ext>
            </a:extLst>
          </p:cNvPr>
          <p:cNvSpPr txBox="1"/>
          <p:nvPr/>
        </p:nvSpPr>
        <p:spPr>
          <a:xfrm>
            <a:off x="1687036" y="1401602"/>
            <a:ext cx="28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Name of the startup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4A5F7-425D-6DC4-19D4-2FC5F873F709}"/>
              </a:ext>
            </a:extLst>
          </p:cNvPr>
          <p:cNvSpPr txBox="1"/>
          <p:nvPr/>
        </p:nvSpPr>
        <p:spPr>
          <a:xfrm>
            <a:off x="14224916" y="37719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Picture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ADCBEA4-D149-4F3E-6B76-E7A4442CC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5" y="4141232"/>
            <a:ext cx="11986196" cy="43367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262A2F0-544C-28C5-44C0-A01E2CB92E1D}"/>
              </a:ext>
            </a:extLst>
          </p:cNvPr>
          <p:cNvSpPr txBox="1"/>
          <p:nvPr/>
        </p:nvSpPr>
        <p:spPr>
          <a:xfrm>
            <a:off x="12470128" y="849782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Market Gap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5732551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3" name="AutoShape 13"/>
          <p:cNvSpPr/>
          <p:nvPr/>
        </p:nvSpPr>
        <p:spPr>
          <a:xfrm rot="5292714">
            <a:off x="14783541" y="921372"/>
            <a:ext cx="1424544" cy="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3C398-F713-6520-AD6B-2A0A420606AA}"/>
              </a:ext>
            </a:extLst>
          </p:cNvPr>
          <p:cNvSpPr txBox="1"/>
          <p:nvPr/>
        </p:nvSpPr>
        <p:spPr>
          <a:xfrm>
            <a:off x="13335000" y="65936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Our Solution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A52648-F726-2E58-235F-33ABAC899D25}"/>
              </a:ext>
            </a:extLst>
          </p:cNvPr>
          <p:cNvSpPr txBox="1"/>
          <p:nvPr/>
        </p:nvSpPr>
        <p:spPr>
          <a:xfrm>
            <a:off x="12668985" y="774393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Point of Differentiation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EC9C0-A5B6-3BF5-7DF1-EC762FA24E2D}"/>
              </a:ext>
            </a:extLst>
          </p:cNvPr>
          <p:cNvSpPr txBox="1"/>
          <p:nvPr/>
        </p:nvSpPr>
        <p:spPr>
          <a:xfrm>
            <a:off x="12561729" y="844034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  <p:extLst>
      <p:ext uri="{BB962C8B-B14F-4D97-AF65-F5344CB8AC3E}">
        <p14:creationId xmlns:p14="http://schemas.microsoft.com/office/powerpoint/2010/main" val="412213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Target Market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7B186-DC14-CD2E-4A7D-F4955C1D1AB9}"/>
              </a:ext>
            </a:extLst>
          </p:cNvPr>
          <p:cNvSpPr txBox="1"/>
          <p:nvPr/>
        </p:nvSpPr>
        <p:spPr>
          <a:xfrm>
            <a:off x="13639800" y="774393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  <p:extLst>
      <p:ext uri="{BB962C8B-B14F-4D97-AF65-F5344CB8AC3E}">
        <p14:creationId xmlns:p14="http://schemas.microsoft.com/office/powerpoint/2010/main" val="330384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Marketing Strategies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25363-10D3-E42F-FC6E-9A7C403A6EBA}"/>
              </a:ext>
            </a:extLst>
          </p:cNvPr>
          <p:cNvSpPr txBox="1"/>
          <p:nvPr/>
        </p:nvSpPr>
        <p:spPr>
          <a:xfrm>
            <a:off x="14176709" y="705534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  <p:extLst>
      <p:ext uri="{BB962C8B-B14F-4D97-AF65-F5344CB8AC3E}">
        <p14:creationId xmlns:p14="http://schemas.microsoft.com/office/powerpoint/2010/main" val="275634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Scalability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5860E-030D-5DDE-CA8A-B0CA7D34E8D3}"/>
              </a:ext>
            </a:extLst>
          </p:cNvPr>
          <p:cNvSpPr txBox="1"/>
          <p:nvPr/>
        </p:nvSpPr>
        <p:spPr>
          <a:xfrm>
            <a:off x="13800422" y="67443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  <p:extLst>
      <p:ext uri="{BB962C8B-B14F-4D97-AF65-F5344CB8AC3E}">
        <p14:creationId xmlns:p14="http://schemas.microsoft.com/office/powerpoint/2010/main" val="47896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945585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5686622" y="228497"/>
            <a:ext cx="44450" cy="142385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9215" y="571500"/>
            <a:ext cx="1345530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dirty="0">
                <a:solidFill>
                  <a:srgbClr val="101010"/>
                </a:solidFill>
                <a:latin typeface="Montserrat Bold"/>
              </a:rPr>
              <a:t>Financials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05ABE-8F28-D01A-BB9B-D72ED88BB064}"/>
              </a:ext>
            </a:extLst>
          </p:cNvPr>
          <p:cNvSpPr txBox="1"/>
          <p:nvPr/>
        </p:nvSpPr>
        <p:spPr>
          <a:xfrm>
            <a:off x="13062024" y="7557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  <p:extLst>
      <p:ext uri="{BB962C8B-B14F-4D97-AF65-F5344CB8AC3E}">
        <p14:creationId xmlns:p14="http://schemas.microsoft.com/office/powerpoint/2010/main" val="2166999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732551" y="374283"/>
            <a:ext cx="2166330" cy="1169552"/>
          </a:xfrm>
          <a:custGeom>
            <a:avLst/>
            <a:gdLst/>
            <a:ahLst/>
            <a:cxnLst/>
            <a:rect l="l" t="t" r="r" b="b"/>
            <a:pathLst>
              <a:path w="2166330" h="1169552">
                <a:moveTo>
                  <a:pt x="0" y="0"/>
                </a:moveTo>
                <a:lnTo>
                  <a:pt x="2166330" y="0"/>
                </a:lnTo>
                <a:lnTo>
                  <a:pt x="2166330" y="1169552"/>
                </a:lnTo>
                <a:lnTo>
                  <a:pt x="0" y="116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12" name="AutoShape 12"/>
          <p:cNvSpPr/>
          <p:nvPr/>
        </p:nvSpPr>
        <p:spPr>
          <a:xfrm rot="5292714">
            <a:off x="14783541" y="921372"/>
            <a:ext cx="1424544" cy="0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TextBox 51"/>
          <p:cNvSpPr txBox="1"/>
          <p:nvPr/>
        </p:nvSpPr>
        <p:spPr>
          <a:xfrm>
            <a:off x="5855963" y="523875"/>
            <a:ext cx="971458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dirty="0">
                <a:solidFill>
                  <a:srgbClr val="101010"/>
                </a:solidFill>
                <a:latin typeface="Montserrat Bold"/>
              </a:rPr>
              <a:t>Our Team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1F0B73-E710-8A94-6BA5-A671986930FD}"/>
              </a:ext>
            </a:extLst>
          </p:cNvPr>
          <p:cNvSpPr txBox="1"/>
          <p:nvPr/>
        </p:nvSpPr>
        <p:spPr>
          <a:xfrm>
            <a:off x="13442962" y="77439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Startup Logo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94574" y="2591031"/>
            <a:ext cx="4526477" cy="2443742"/>
          </a:xfrm>
          <a:custGeom>
            <a:avLst/>
            <a:gdLst/>
            <a:ahLst/>
            <a:cxnLst/>
            <a:rect l="l" t="t" r="r" b="b"/>
            <a:pathLst>
              <a:path w="4526477" h="2443742">
                <a:moveTo>
                  <a:pt x="0" y="0"/>
                </a:moveTo>
                <a:lnTo>
                  <a:pt x="4526477" y="0"/>
                </a:lnTo>
                <a:lnTo>
                  <a:pt x="4526477" y="2443741"/>
                </a:lnTo>
                <a:lnTo>
                  <a:pt x="0" y="2443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8984449" y="2402294"/>
            <a:ext cx="0" cy="2995604"/>
          </a:xfrm>
          <a:prstGeom prst="line">
            <a:avLst/>
          </a:prstGeom>
          <a:ln w="38100" cap="rnd">
            <a:solidFill>
              <a:srgbClr val="3F3F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866356" y="5974521"/>
            <a:ext cx="10454695" cy="162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14"/>
              </a:lnSpc>
              <a:spcBef>
                <a:spcPct val="0"/>
              </a:spcBef>
            </a:pPr>
            <a:r>
              <a:rPr lang="en-US" sz="10761">
                <a:solidFill>
                  <a:srgbClr val="101010"/>
                </a:solidFill>
                <a:latin typeface="Montserrat Bold"/>
              </a:rPr>
              <a:t>Thank You!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7461" y="-12700"/>
            <a:ext cx="270600" cy="250800"/>
            <a:chOff x="0" y="0"/>
            <a:chExt cx="360800" cy="3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04C4DE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88141" y="-12700"/>
            <a:ext cx="270600" cy="250800"/>
            <a:chOff x="0" y="0"/>
            <a:chExt cx="360800" cy="3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88CA1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58822" y="-12700"/>
            <a:ext cx="270600" cy="250800"/>
            <a:chOff x="0" y="0"/>
            <a:chExt cx="360800" cy="33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FEB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829502" y="-12700"/>
            <a:ext cx="270600" cy="250800"/>
            <a:chOff x="0" y="0"/>
            <a:chExt cx="360800" cy="33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0807" cy="334391"/>
            </a:xfrm>
            <a:custGeom>
              <a:avLst/>
              <a:gdLst/>
              <a:ahLst/>
              <a:cxnLst/>
              <a:rect l="l" t="t" r="r" b="b"/>
              <a:pathLst>
                <a:path w="360807" h="334391">
                  <a:moveTo>
                    <a:pt x="0" y="0"/>
                  </a:moveTo>
                  <a:lnTo>
                    <a:pt x="360807" y="0"/>
                  </a:lnTo>
                  <a:lnTo>
                    <a:pt x="360807" y="334391"/>
                  </a:lnTo>
                  <a:lnTo>
                    <a:pt x="0" y="334391"/>
                  </a:lnTo>
                  <a:close/>
                </a:path>
              </a:pathLst>
            </a:custGeom>
            <a:solidFill>
              <a:srgbClr val="E03B20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FA4A38-AE80-19E5-C00E-9D7E695CDBCF}"/>
              </a:ext>
            </a:extLst>
          </p:cNvPr>
          <p:cNvSpPr txBox="1"/>
          <p:nvPr/>
        </p:nvSpPr>
        <p:spPr>
          <a:xfrm>
            <a:off x="3276600" y="240229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Logo of the Startup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</Words>
  <Application>Microsoft Macintosh PowerPoint</Application>
  <PresentationFormat>Custom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Bold</vt:lpstr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White and Violet Professional Modern Technology Pitch Deck Presentation</dc:title>
  <cp:lastModifiedBy>Microsoft Office User</cp:lastModifiedBy>
  <cp:revision>2</cp:revision>
  <dcterms:created xsi:type="dcterms:W3CDTF">2006-08-16T00:00:00Z</dcterms:created>
  <dcterms:modified xsi:type="dcterms:W3CDTF">2024-05-07T04:07:57Z</dcterms:modified>
  <dc:identifier>DAGA-Qa3_Q0</dc:identifier>
</cp:coreProperties>
</file>